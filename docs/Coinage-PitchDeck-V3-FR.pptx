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73152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118872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91440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219456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30352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10896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0" y="548640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0" y="603504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630936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0" y="82296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484632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920240" y="256032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0" y="621792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64008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774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COINAGE</a:t>
            </a:r>
            <a:endParaRPr lang="en-US" sz="88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164592" cy="164592"/>
          </a:xfrm>
          <a:prstGeom prst="ellipse">
            <a:avLst/>
          </a:prstGeom>
          <a:solidFill>
            <a:srgbClr val="2EB29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5661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MMO de stratégie persistant où chaque token crypto devient une faction.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Pré-seed</a:t>
            </a:r>
            <a:pPr indent="0" marL="0">
              <a:buNone/>
            </a:pPr>
            <a:r>
              <a:rPr lang="en-US" sz="1100" spc="2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Avril 2026    •    Confidentiel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communautés token ont tout d'une faction.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Sauf un jeu dans lequel être une faction.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54298" cy="29260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377440"/>
            <a:ext cx="457200" cy="45720"/>
          </a:xfrm>
          <a:prstGeom prst="rect">
            <a:avLst/>
          </a:prstGeom>
          <a:solidFill>
            <a:srgbClr val="2EB2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832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Identitaires, compétitives, organisées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4069080"/>
            <a:ext cx="28142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communautés token vivent aujourd'hui sur Discord et X. L'énergie est là. Le produit n'existe pas.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2377440"/>
            <a:ext cx="3454298" cy="29260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" name="Shape 7"/>
          <p:cNvSpPr/>
          <p:nvPr/>
        </p:nvSpPr>
        <p:spPr>
          <a:xfrm>
            <a:off x="4368698" y="2377440"/>
            <a:ext cx="457200" cy="45720"/>
          </a:xfrm>
          <a:prstGeom prst="rect">
            <a:avLst/>
          </a:prstGeom>
          <a:solidFill>
            <a:srgbClr val="2EB2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2788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8738" y="33832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terrain de compétition : le prix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88738" y="4069080"/>
            <a:ext cx="28142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compétition inter-communautés se limite au cours du token. C'est pauvre, instable, et n'engage personne au quotidien.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2377440"/>
            <a:ext cx="3454298" cy="29260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097317" y="2377440"/>
            <a:ext cx="457200" cy="45720"/>
          </a:xfrm>
          <a:prstGeom prst="rect">
            <a:avLst/>
          </a:prstGeom>
          <a:solidFill>
            <a:srgbClr val="2EB2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2788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7357" y="33832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fenêtre est restée ouverte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7357" y="4069080"/>
            <a:ext cx="28142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tentatives précédentes de gaming crypto ont été jugées sur la spéculation, pas sur le gameplay. Aucune n'a capté cette énergie pour en faire un vrai jeu.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VIDE EXISTE ENCORE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crypto gaming a échoué en optimisant la mauvaise variable.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11535" cy="8686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94560"/>
            <a:ext cx="73152" cy="868680"/>
          </a:xfrm>
          <a:prstGeom prst="rect">
            <a:avLst/>
          </a:prstGeom>
          <a:solidFill>
            <a:srgbClr val="2EB2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Play-to-earn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2331720"/>
            <a:ext cx="8076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optimisé le gain financier immédiat. Le gameplay n'était qu'un prétexte. La boucle dépendait d'un nouvel entrant permanent. Quand le marché a tourné, le jeu aussi.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911535" cy="8686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200400"/>
            <a:ext cx="73152" cy="868680"/>
          </a:xfrm>
          <a:prstGeom prst="rect">
            <a:avLst/>
          </a:prstGeom>
          <a:solidFill>
            <a:srgbClr val="2EB29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gaming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337560"/>
            <a:ext cx="8076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optimisé la collection. La rétention quotidienne n'était pas dans le scope. Les joueurs ont acheté, pas joué.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911535" cy="8686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206240"/>
            <a:ext cx="73152" cy="868680"/>
          </a:xfrm>
          <a:prstGeom prst="rect">
            <a:avLst/>
          </a:prstGeom>
          <a:solidFill>
            <a:srgbClr val="2EB2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43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AAA crypto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4343400"/>
            <a:ext cx="8076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optimisé le budget et la promesse. Six ans plus tard, beaucoup ne sont toujours pas jouables.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8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variable oubliée : un gameplay qui tient tout seul. Sans token à pumper, sans collection à revendre.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THÈSE COINAGE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genre prouvé. Une distribution nouvelle.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72888" cy="35661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94560"/>
            <a:ext cx="5272888" cy="73152"/>
          </a:xfrm>
          <a:prstGeom prst="rect">
            <a:avLst/>
          </a:prstGeom>
          <a:solidFill>
            <a:srgbClr val="2EB2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51460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GENRE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persistante multijoueur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Grepolis, OGame, Travian, Forge of Empires.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continue, recherche, combat, alliances.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ans de track record. Rétention quotidienne massive.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jeux n'ont jamais rencontré les communautés crypto.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2194560"/>
            <a:ext cx="5272888" cy="35661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1" name="Shape 8"/>
          <p:cNvSpPr/>
          <p:nvPr/>
        </p:nvSpPr>
        <p:spPr>
          <a:xfrm>
            <a:off x="6278728" y="2194560"/>
            <a:ext cx="5272888" cy="73152"/>
          </a:xfrm>
          <a:prstGeom prst="rect">
            <a:avLst/>
          </a:prstGeom>
          <a:solidFill>
            <a:srgbClr val="2EB29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28" y="24688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01688" y="251460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DISTRIBUTION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507328" y="306324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communautés token comme factions natives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507328" y="384048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token = une planète. Chaque holder = un habitant potentiel.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Identité, rivalité, canal de communication : déjà là.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d'acquisition est pré-payé par le token que les joueurs détiennent déjà.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Multiplateforme dès le lancement : web + mobile.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8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Coinage est un vrai jeu de stratégie qui utilise les communautés crypto comme battlefield, pas comme produit financier.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 RÉTENTION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boucles imbriquées. Amplifiées par la communauté.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777240"/>
          </a:xfrm>
          <a:prstGeom prst="rect">
            <a:avLst/>
          </a:prstGeom>
          <a:solidFill>
            <a:srgbClr val="F6F8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221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463040" y="2450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par jour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37760" y="224028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production, lancer construction, vérifier raids entrants. La dopamine des jeux de gestion.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10911535" cy="777240"/>
          </a:xfrm>
          <a:prstGeom prst="rect">
            <a:avLst/>
          </a:prstGeom>
          <a:solidFill>
            <a:srgbClr val="F6F8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2783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1638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463040" y="33924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 hebdomadaire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3182112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d'alliance, raids ciblés, négociations. Contenu social émergent.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86784"/>
            <a:ext cx="10911535" cy="777240"/>
          </a:xfrm>
          <a:prstGeom prst="rect">
            <a:avLst/>
          </a:prstGeom>
          <a:solidFill>
            <a:srgbClr val="F6F8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9664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105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463040" y="43342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de 2 à 3 mois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937760" y="4123944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planétaires, guerres officielles, reset. Renouvelle l'histoire, permet à de nouveaux joueurs d'entrer à armes égales.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157216"/>
            <a:ext cx="10911535" cy="868680"/>
          </a:xfrm>
          <a:prstGeom prst="rect">
            <a:avLst/>
          </a:prstGeom>
          <a:solidFill>
            <a:srgbClr val="0B122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85816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5276088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ne sont pas les mécaniques qui retiennent le plus — ce sont les coéquipiers.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 part avec un avantage structurel : les joueurs jouent avec leurs pairs du Discord, pas avec des anonymes.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CRYPTO (ICI) EST UN FEATURE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fonctions produit. Aucune n'implique de tokenomics.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56434" cy="2377440"/>
          </a:xfrm>
          <a:prstGeom prst="rect">
            <a:avLst/>
          </a:prstGeom>
          <a:solidFill>
            <a:srgbClr val="F6F8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97180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429000"/>
            <a:ext cx="2099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wallet est déjà l'identité numérique de la cible. Pas d'onboarding à construire.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5114" y="2103120"/>
            <a:ext cx="2556434" cy="2377440"/>
          </a:xfrm>
          <a:prstGeom prst="rect">
            <a:avLst/>
          </a:prstGeom>
          <a:solidFill>
            <a:srgbClr val="F6F8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714" y="2377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3714" y="297180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Appartenance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3714" y="3429000"/>
            <a:ext cx="2099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un token = faire partie d'une faction. Zéro friction d'affiliation.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0148" y="2103120"/>
            <a:ext cx="2556434" cy="2377440"/>
          </a:xfrm>
          <a:prstGeom prst="rect">
            <a:avLst/>
          </a:prstGeom>
          <a:solidFill>
            <a:srgbClr val="F6F8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748" y="2377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38748" y="297180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38748" y="3429000"/>
            <a:ext cx="2099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nouvelle planète mobilise un Discord et un Telegram existants. Pas un funnel à créer.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95181" y="2103120"/>
            <a:ext cx="2556434" cy="2377440"/>
          </a:xfrm>
          <a:prstGeom prst="rect">
            <a:avLst/>
          </a:prstGeom>
          <a:solidFill>
            <a:srgbClr val="F6F8F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781" y="23774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23781" y="297180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vérifiables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223781" y="3429000"/>
            <a:ext cx="2099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holding est public. Les communautés sont quantifiables. Aucune autre industrie n'a cette transparence sur sa fanbase.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800600"/>
            <a:ext cx="10911535" cy="685800"/>
          </a:xfrm>
          <a:prstGeom prst="rect">
            <a:avLst/>
          </a:prstGeom>
          <a:solidFill>
            <a:srgbClr val="0B122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95604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919472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et V0 fonctionnent sans wallet. </a:t>
            </a:r>
            <a:pPr indent="0" marL="0">
              <a:buNone/>
            </a:pPr>
            <a:r>
              <a:rPr lang="en-US" sz="125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couche on-chain s'active en V1. La thèse produit est validable sans dépendance à la crypto.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dynamiques convergent en 2026.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54298" cy="31089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E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1418" y="2606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1188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P2E assumée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5196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communautés crypto savent que les jeux purement financiers ne tiennent pas. Un vrai jeu est perçu comme une respiration.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8698" y="2286000"/>
            <a:ext cx="3454298" cy="31089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" name="Text 7"/>
          <p:cNvSpPr/>
          <p:nvPr/>
        </p:nvSpPr>
        <p:spPr>
          <a:xfrm>
            <a:off x="4597298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E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37" y="26060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3018" y="361188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des communautés token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43018" y="425196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Solana, Base et les launchpads ont normalisé des communautés de plusieurs milliers de holders actifs. ~100 communautés candidates identifiées.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97317" y="2286000"/>
            <a:ext cx="3454298" cy="31089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5" name="Text 11"/>
          <p:cNvSpPr/>
          <p:nvPr/>
        </p:nvSpPr>
        <p:spPr>
          <a:xfrm>
            <a:off x="8325917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E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6060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1637" y="361188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production effondré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71637" y="425196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de développement assisté permettent à une équipe réduite de livrer un MMO multiplateforme dans des délais impensables il y a cinq ans.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valide la boucle avant de brancher le wallet.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8328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LIVRE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2011680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VALIDE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091153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14600"/>
            <a:ext cx="10911535" cy="6400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743200"/>
            <a:ext cx="1005840" cy="3200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jouable, galaxy view, construction de ville. Pas de wallet.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06640" y="2606040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 gestion est-elle addictive ? Test interne + cercle fermé.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227832"/>
            <a:ext cx="10911535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456432"/>
            <a:ext cx="1005840" cy="3200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564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Alpha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364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319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fermée. Combat, raids, alliances, 1 serveur pilote.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06640" y="3319272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conflit inter-factions tient-il socialement, sans crypto 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941064"/>
            <a:ext cx="10911535" cy="6400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169664"/>
            <a:ext cx="1005840" cy="3200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1696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4078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40325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public. Auth wallet. Planètes = tokens. Monétisation Shards.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06640" y="4032504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communautés token se transforment-elles en factions actives 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654296"/>
            <a:ext cx="10911535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882896"/>
            <a:ext cx="1005840" cy="3200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8828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47914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47457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Cosmétiques, app native, nouveaux mondes, saisons structurées.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06640" y="4745736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 la rétention D30/D90. Élargissement du wedge.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504688"/>
            <a:ext cx="10911535" cy="502920"/>
          </a:xfrm>
          <a:prstGeom prst="rect">
            <a:avLst/>
          </a:prstGeom>
          <a:solidFill>
            <a:srgbClr val="0B1220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586984"/>
            <a:ext cx="347472" cy="34747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371600" y="557784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argument de dé-risking : </a:t>
            </a:r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boucle de jeu ne retient pas, on le sait avant d'avoir investi une ligne de code on-chain.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F2P confort. ARPPU crypto-grade. Saisons récompensées.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54298" cy="2560320"/>
          </a:xfrm>
          <a:prstGeom prst="rect">
            <a:avLst/>
          </a:prstGeom>
          <a:solidFill>
            <a:srgbClr val="F6F8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1752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 — monnaie premium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6118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Accélère les timers, débloque du confort. Jamais la puissance militaire. Modèle éprouvé sur dix ans chez InnoGames.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68698" y="2103120"/>
            <a:ext cx="3454298" cy="2560320"/>
          </a:xfrm>
          <a:prstGeom prst="rect">
            <a:avLst/>
          </a:prstGeom>
          <a:solidFill>
            <a:srgbClr val="F6F8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018" y="23774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3018" y="301752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Cosmétiques communautaires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43018" y="36118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Skins de bâtiments, unités et bannières par communauté token. Redistribution partielle des revenus aux communautés dont les skins se vendent.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97317" y="2103120"/>
            <a:ext cx="3454298" cy="2560320"/>
          </a:xfrm>
          <a:prstGeom prst="rect">
            <a:avLst/>
          </a:prstGeom>
          <a:solidFill>
            <a:srgbClr val="F6F8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637" y="23774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71637" y="301752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Récompenses de saison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371637" y="36118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récompenses compétitives distribué aux meilleures alliances en fin de saison. Accompagnement legal/compliance dès la structuration.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937760"/>
            <a:ext cx="10911535" cy="1005840"/>
          </a:xfrm>
          <a:prstGeom prst="rect">
            <a:avLst/>
          </a:prstGeom>
          <a:solidFill>
            <a:srgbClr val="0B122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120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507492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L'ARPPU des gamers web3 dépasse significativement celui du gaming traditionnel.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 capte cette propension sur un modèle F2P confort non pay-to-win — plus sain qu'un modèle NFT pay-to-win, donc rétention plus longue sur un ARPPU comparable.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— Grepolis : ~€200M cumulés sur 15 ans sur démographie gaming classique.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 communautés Solana cibles. On commence par 3.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9144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78308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Communautés pilotes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2240280"/>
            <a:ext cx="5425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communautés Solana de taille moyenne, actives, founder accessible. Objectif : 200–500 joueurs actifs. Mesure clé : rétention J30.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27248"/>
            <a:ext cx="10911535" cy="9144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6440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783080" y="3264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Extension par conflit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630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264408"/>
            <a:ext cx="5425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premières guerres inter-factions génèrent du contenu X/Twitter natif. Les communautés adjacentes viennent défendre ou attaquer. Le conflit est le canal.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51376"/>
            <a:ext cx="10911535" cy="9144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8853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783080" y="4288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Multi-serveur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654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4288536"/>
            <a:ext cx="5425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de nouveaux mondes thématisés. Chaque monde = nouveau cycle saisonnier + nouvelle fenêtre d'acquisition.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85232"/>
            <a:ext cx="10911535" cy="640080"/>
          </a:xfrm>
          <a:prstGeom prst="rect">
            <a:avLst/>
          </a:prstGeom>
          <a:solidFill>
            <a:srgbClr val="0B1220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431536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1600" y="5376672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raisons pour une communauté d'activer Coinage :  </a:t>
            </a:r>
            <a:pPr indent="0" marL="0">
              <a:buNone/>
            </a:pPr>
            <a:r>
              <a:rPr lang="en-US" sz="115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identitaire autour du token, lien réel entre holders, incitation au holding (avantages in-game), share des revenus cosmétiques pour le founder de communauté.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COMPÉTITIF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vrai jeu, distribué comme une crypto-app.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gameplay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crypto native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sans token spéculatif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1088136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11064240" cy="77724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Grepolis / OGame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élevée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classique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Axie, Pixels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474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0" y="3474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 fragile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64240" cy="77724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Atlas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démontrée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4160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 fragile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064240" cy="7772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846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4846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élevée, modèle éprouvé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4846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4846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confort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7607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8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 concurrent n'occupe les trois cases. Grepolis a la profondeur mais n'a jamais rencontré la crypto. Les jeux crypto ont la distribution mais n'ont pas tenu le gameplay. Coinage est une composition, pas une invention.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&amp; EXÉCUTION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Porté par un joueur du genre, entré dans la crypto par le web3 gaming.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206240" cy="40233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03120"/>
            <a:ext cx="4206240" cy="73152"/>
          </a:xfrm>
          <a:prstGeom prst="rect">
            <a:avLst/>
          </a:prstGeom>
          <a:solidFill>
            <a:srgbClr val="2EB2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3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 ETARD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&amp; développeur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 du genre.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années passées sur Grepolis et OGame. Coinage est le jeu auquel Charlie voulait jouer.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crypto depuis 2020.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 par le web3 gaming. Cinq ans à la croisée exacte des deux univers qui composent Coinage.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full-stack.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sur le produit jusqu'à la raise.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20640" y="2103120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EN CONSTRUCTION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606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468880"/>
            <a:ext cx="5882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rendu planétaire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69280" y="2788920"/>
            <a:ext cx="5882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+ shaders GLSL procéduraux. Galaxy, Planet et City views en convergence.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5204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69280" y="3383280"/>
            <a:ext cx="5882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 document complet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669280" y="3703320"/>
            <a:ext cx="5882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documents couvrant micro et macro gameplay, end game, gouvernance, monétisation.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4348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0" y="4297680"/>
            <a:ext cx="5882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arrêtée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669280" y="4617720"/>
            <a:ext cx="5882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Prisma, Neon, Vercel, QStash, Privy pour l'auth wallet.</a:t>
            </a:r>
            <a:endParaRPr lang="en-US" sz="11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534924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69280" y="5212080"/>
            <a:ext cx="5882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5 ans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669280" y="5532120"/>
            <a:ext cx="5882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bear / base / bull, benchmarks InnoGames.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&amp; JALONS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€400K. 18–24 mois. Trois jalons vérifiables.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91840" cy="40233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03120"/>
            <a:ext cx="3291840" cy="73152"/>
          </a:xfrm>
          <a:prstGeom prst="rect">
            <a:avLst/>
          </a:prstGeom>
          <a:solidFill>
            <a:srgbClr val="2EB2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PRÉ-SEED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€400K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mois de runway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572000"/>
            <a:ext cx="2743200" cy="0"/>
          </a:xfrm>
          <a:prstGeom prst="line">
            <a:avLst/>
          </a:prstGeom>
          <a:noFill/>
          <a:ln w="12700">
            <a:solidFill>
              <a:srgbClr val="2EB2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DES FONDS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produit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Recrutement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&amp; legal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2103120"/>
            <a:ext cx="7345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2514600"/>
            <a:ext cx="7345375" cy="10972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2514600"/>
            <a:ext cx="73152" cy="1097280"/>
          </a:xfrm>
          <a:prstGeom prst="rect">
            <a:avLst/>
          </a:prstGeom>
          <a:solidFill>
            <a:srgbClr val="2EB29A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971800"/>
            <a:ext cx="6888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Alpha jouable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3291840"/>
            <a:ext cx="6888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pilote actif, 200+ joueurs, D7 supérieur à 30%.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3749040"/>
            <a:ext cx="7345375" cy="10972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9" name="Shape 17"/>
          <p:cNvSpPr/>
          <p:nvPr/>
        </p:nvSpPr>
        <p:spPr>
          <a:xfrm>
            <a:off x="4206240" y="3749040"/>
            <a:ext cx="73152" cy="1097280"/>
          </a:xfrm>
          <a:prstGeom prst="rect">
            <a:avLst/>
          </a:prstGeom>
          <a:solidFill>
            <a:srgbClr val="2EB29A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4206240"/>
            <a:ext cx="6888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lancement public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4526280"/>
            <a:ext cx="6888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wallet, première saison lancée, premiers revenus Shards.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4983480"/>
            <a:ext cx="7345375" cy="10972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206240" y="4983480"/>
            <a:ext cx="73152" cy="1097280"/>
          </a:xfrm>
          <a:prstGeom prst="rect">
            <a:avLst/>
          </a:prstGeom>
          <a:solidFill>
            <a:srgbClr val="2EB29A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5120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5440680"/>
            <a:ext cx="6888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saison complète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5760720"/>
            <a:ext cx="6888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saison 1 mesurée, décision scale ou pivot.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64008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91440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192024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75488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530352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585216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0" y="5760720"/>
            <a:ext cx="45720" cy="45720"/>
          </a:xfrm>
          <a:prstGeom prst="ellipse">
            <a:avLst/>
          </a:prstGeom>
          <a:solidFill>
            <a:srgbClr val="2EB29A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Grepolis a généré ~€200M cumulés en quinze ans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 jamais toucher une communauté crypto.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547208" y="3520440"/>
            <a:ext cx="1097280" cy="0"/>
          </a:xfrm>
          <a:prstGeom prst="line">
            <a:avLst/>
          </a:prstGeom>
          <a:noFill/>
          <a:ln w="25400">
            <a:solidFill>
              <a:srgbClr val="2EB2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Coinage veut faire ce qu'ils ont fait,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avec la distribution qu'ils n'avaient pas.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57607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 Etard</a:t>
            </a:r>
            <a:pPr algn="ctr" indent="0" marL="0">
              <a:buNone/>
            </a:pPr>
            <a:r>
              <a:rPr lang="en-US" sz="1300" spc="200" kern="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coinage.gg      </a:t>
            </a:r>
            <a:pPr algn="ctr" indent="0" marL="0">
              <a:buNone/>
            </a:pPr>
            <a:r>
              <a:rPr lang="en-US" sz="1300" spc="200" kern="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hello@coinage.gg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PRÉ-SEED   •   AVRIL 2026   •   CONFIDENTIEL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Coinage — Pitch Deck Pré-seed</dc:title>
  <dc:subject>PptxGenJS Presentation</dc:subject>
  <dc:creator>Charlie Etard</dc:creator>
  <cp:lastModifiedBy>Charlie Etard</cp:lastModifiedBy>
  <cp:revision>1</cp:revision>
  <dcterms:created xsi:type="dcterms:W3CDTF">2026-04-17T06:57:54Z</dcterms:created>
  <dcterms:modified xsi:type="dcterms:W3CDTF">2026-04-17T06:57:54Z</dcterms:modified>
</cp:coreProperties>
</file>